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8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8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71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7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70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84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65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5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4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0173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217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9834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71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90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41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0DA42-D0DF-4141-AE83-85C1A7C0AAC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F80566-E5E9-4F31-92D1-8CC44C596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5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D0E7-8DA3-470F-B424-2D0C4918B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WHETHER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31FF8-9C01-4F55-B7A5-0B4656D17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 </a:t>
            </a:r>
          </a:p>
          <a:p>
            <a:r>
              <a:rPr lang="en-US" dirty="0"/>
              <a:t>ASWINI.M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02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2C64-D27F-4F92-967D-841270E7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DCB25-611D-48AE-A8B2-74651860A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Code implementation</a:t>
            </a:r>
          </a:p>
          <a:p>
            <a:r>
              <a:rPr lang="en-US" dirty="0"/>
              <a:t>Module used</a:t>
            </a:r>
          </a:p>
          <a:p>
            <a:r>
              <a:rPr lang="en-US" dirty="0"/>
              <a:t>Output</a:t>
            </a:r>
          </a:p>
          <a:p>
            <a:r>
              <a:rPr lang="en-US" dirty="0"/>
              <a:t>Future scope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11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93CD-1FE8-44DC-BEC7-AEC3B249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70087-AB53-4637-9251-15B717FC8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035140"/>
            <a:ext cx="8596312" cy="3191300"/>
          </a:xfrm>
        </p:spPr>
      </p:pic>
    </p:spTree>
    <p:extLst>
      <p:ext uri="{BB962C8B-B14F-4D97-AF65-F5344CB8AC3E}">
        <p14:creationId xmlns:p14="http://schemas.microsoft.com/office/powerpoint/2010/main" val="266018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C83B-E196-435D-84C1-CD8B24B1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EC079-876B-4F65-B9C1-F07E7C899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644" y="1790114"/>
            <a:ext cx="10164932" cy="4351338"/>
          </a:xfrm>
        </p:spPr>
      </p:pic>
    </p:spTree>
    <p:extLst>
      <p:ext uri="{BB962C8B-B14F-4D97-AF65-F5344CB8AC3E}">
        <p14:creationId xmlns:p14="http://schemas.microsoft.com/office/powerpoint/2010/main" val="130931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12562-6AE8-49F2-A40E-B24EBBF1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158"/>
          </a:xfrm>
        </p:spPr>
        <p:txBody>
          <a:bodyPr/>
          <a:lstStyle/>
          <a:p>
            <a:pPr algn="ctr"/>
            <a:r>
              <a:rPr lang="en-US" dirty="0"/>
              <a:t>Code implementation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AA2FF-57FA-44B4-AC6D-37724F4FF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95" y="1358284"/>
            <a:ext cx="4221480" cy="5308846"/>
          </a:xfrm>
        </p:spPr>
      </p:pic>
      <p:pic>
        <p:nvPicPr>
          <p:cNvPr id="1026" name="Picture 2" descr="771,600+ Code Stock Photos, Pictures &amp; Royalty-Free Images ...">
            <a:extLst>
              <a:ext uri="{FF2B5EF4-FFF2-40B4-BE49-F238E27FC236}">
                <a16:creationId xmlns:a16="http://schemas.microsoft.com/office/drawing/2014/main" id="{6BF39287-5FBB-4255-8A4E-46C06A02B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954" y="1936442"/>
            <a:ext cx="5101516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56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7504-4FB4-4C01-89A6-5CB6D1AB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Modules used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12F65-F816-46E1-978F-68FBC7115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089025"/>
            <a:ext cx="8596312" cy="2941486"/>
          </a:xfrm>
        </p:spPr>
      </p:pic>
    </p:spTree>
    <p:extLst>
      <p:ext uri="{BB962C8B-B14F-4D97-AF65-F5344CB8AC3E}">
        <p14:creationId xmlns:p14="http://schemas.microsoft.com/office/powerpoint/2010/main" val="287317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BBCA-4520-43D7-BC26-5D880F6A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9388"/>
          </a:xfrm>
        </p:spPr>
        <p:txBody>
          <a:bodyPr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6D526-273D-452C-A596-771BF738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5225"/>
            <a:ext cx="4438650" cy="13144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65DA69-0F61-4F41-AC04-5479FC379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6640" y="2996724"/>
            <a:ext cx="8596312" cy="2724068"/>
          </a:xfrm>
        </p:spPr>
      </p:pic>
    </p:spTree>
    <p:extLst>
      <p:ext uri="{BB962C8B-B14F-4D97-AF65-F5344CB8AC3E}">
        <p14:creationId xmlns:p14="http://schemas.microsoft.com/office/powerpoint/2010/main" val="414691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B054-578D-4903-AAB5-02F8605F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849"/>
          </a:xfrm>
        </p:spPr>
        <p:txBody>
          <a:bodyPr/>
          <a:lstStyle/>
          <a:p>
            <a:pPr algn="ctr"/>
            <a:r>
              <a:rPr lang="en-US" dirty="0"/>
              <a:t>Future scope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BA6220-2092-4BBF-9502-D68E90202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15736"/>
            <a:ext cx="9042244" cy="4554876"/>
          </a:xfrm>
        </p:spPr>
      </p:pic>
    </p:spTree>
    <p:extLst>
      <p:ext uri="{BB962C8B-B14F-4D97-AF65-F5344CB8AC3E}">
        <p14:creationId xmlns:p14="http://schemas.microsoft.com/office/powerpoint/2010/main" val="9194974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</TotalTime>
  <Words>25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WHETHER ANALYSIS</vt:lpstr>
      <vt:lpstr>Agenda</vt:lpstr>
      <vt:lpstr>Introduction</vt:lpstr>
      <vt:lpstr>Objective </vt:lpstr>
      <vt:lpstr>Code implementation</vt:lpstr>
      <vt:lpstr>Modules used</vt:lpstr>
      <vt:lpstr>Output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Harini M</dc:creator>
  <cp:lastModifiedBy>Harini M</cp:lastModifiedBy>
  <cp:revision>6</cp:revision>
  <dcterms:created xsi:type="dcterms:W3CDTF">2025-10-08T16:48:42Z</dcterms:created>
  <dcterms:modified xsi:type="dcterms:W3CDTF">2025-10-12T11:38:44Z</dcterms:modified>
</cp:coreProperties>
</file>